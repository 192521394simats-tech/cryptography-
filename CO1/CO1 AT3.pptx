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23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480560" y="130368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C01 AT3- TECHNICAL PRESENTATION</a:t>
            </a:r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Substitution vs Transposition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Provides Better Security?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12700">
            <a:solidFill>
              <a:srgbClr val="5B6B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87A16-77BB-078E-101B-70208828A826}"/>
              </a:ext>
            </a:extLst>
          </p:cNvPr>
          <p:cNvSpPr txBox="1"/>
          <p:nvPr/>
        </p:nvSpPr>
        <p:spPr>
          <a:xfrm>
            <a:off x="2736628" y="4081794"/>
            <a:ext cx="8036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SA5116-CRYPTOGRAPHY AND NETWORK SECURITY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AD3008-5942-A3FD-0627-AD6BA74B1152}"/>
              </a:ext>
            </a:extLst>
          </p:cNvPr>
          <p:cNvSpPr txBox="1"/>
          <p:nvPr/>
        </p:nvSpPr>
        <p:spPr>
          <a:xfrm>
            <a:off x="7297947" y="5169877"/>
            <a:ext cx="48940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Atchaya Chandran R (192521394)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C4C0C2-16A3-7CC5-5BD3-86634AFDEAE0}"/>
              </a:ext>
            </a:extLst>
          </p:cNvPr>
          <p:cNvSpPr txBox="1"/>
          <p:nvPr/>
        </p:nvSpPr>
        <p:spPr>
          <a:xfrm>
            <a:off x="408892" y="5169877"/>
            <a:ext cx="4071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E Anbalagan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Strategies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4572000"/>
          </a:xfrm>
          <a:prstGeom prst="roundRect">
            <a:avLst>
              <a:gd name="adj" fmla="val 2400"/>
            </a:avLst>
          </a:prstGeom>
          <a:solidFill>
            <a:srgbClr val="F4F7FE"/>
          </a:solidFill>
          <a:ln/>
          <a:effectLst>
            <a:outerShdw blurRad="101600" dist="381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ke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letter (or symbol) is replaced by another, according to a fixed rule or key. Letter identity changes; position stays the same.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68680" y="365760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051560" y="37307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Plaintext:  </a:t>
            </a: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51560" y="40416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Ciphertext: </a:t>
            </a: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KHOOR</a:t>
            </a:r>
            <a:r>
              <a:rPr lang="en-US" sz="1100" i="1" dirty="0">
                <a:solidFill>
                  <a:srgbClr val="5B6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(Caesar +3)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4617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Caesar cipher, Vigenère, monoalphabetic ciphers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53949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changes WHAT each letter is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63640" y="1600200"/>
            <a:ext cx="5303520" cy="4572000"/>
          </a:xfrm>
          <a:prstGeom prst="roundRect">
            <a:avLst>
              <a:gd name="adj" fmla="val 2400"/>
            </a:avLst>
          </a:prstGeom>
          <a:solidFill>
            <a:srgbClr val="F4F7FE"/>
          </a:solidFill>
          <a:ln/>
          <a:effectLst>
            <a:outerShdw blurRad="101600" dist="38100" dir="5400000" algn="bl" rotWithShape="0">
              <a:srgbClr val="9AA5C4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58368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random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05740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06640" y="19476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Transposition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583680" y="26974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keep their identity but are reordered according to a fixed system. Position changes; letter identity stays the same.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583680" y="365760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6766560" y="37307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Plaintext:  </a:t>
            </a: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766560" y="40416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Ciphertext: </a:t>
            </a: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OLLEH</a:t>
            </a:r>
            <a:r>
              <a:rPr lang="en-US" sz="1100" i="1" dirty="0">
                <a:solidFill>
                  <a:srgbClr val="5B6B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(reversal)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583680" y="4617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Rail fence, columnar transposition, route ciphers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583680" y="53949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changes WHERE each letter sits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e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4389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Substitution: Security Profile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3A44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8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109728" cy="109728"/>
          </a:xfrm>
          <a:prstGeom prst="ellipse">
            <a:avLst/>
          </a:prstGeom>
          <a:solidFill>
            <a:srgbClr val="8FD9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22960" y="18105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key space possible (e.g. 26! for general monoalphabetic substitution)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109728" cy="109728"/>
          </a:xfrm>
          <a:prstGeom prst="ellipse">
            <a:avLst/>
          </a:prstGeom>
          <a:solidFill>
            <a:srgbClr val="8FD9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22960" y="267919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Polyalphabetic versions (Vigenère) resist simple frequency analysis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657600"/>
            <a:ext cx="109728" cy="109728"/>
          </a:xfrm>
          <a:prstGeom prst="ellipse">
            <a:avLst/>
          </a:prstGeom>
          <a:solidFill>
            <a:srgbClr val="8FD9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22960" y="35478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fast to compute by hand or machine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6364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63640" y="1920240"/>
            <a:ext cx="109728" cy="109728"/>
          </a:xfrm>
          <a:prstGeom prst="ellipse">
            <a:avLst/>
          </a:prstGeom>
          <a:solidFill>
            <a:srgbClr val="F0A0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537960" y="18105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letter-frequency patterns — vulnerable to frequency analysis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63640" y="2788920"/>
            <a:ext cx="109728" cy="109728"/>
          </a:xfrm>
          <a:prstGeom prst="ellipse">
            <a:avLst/>
          </a:prstGeom>
          <a:solidFill>
            <a:srgbClr val="F0A0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537960" y="267919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Monoalphabetic ciphers broken quickly with modest ciphertext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63640" y="3657600"/>
            <a:ext cx="109728" cy="109728"/>
          </a:xfrm>
          <a:prstGeom prst="ellipse">
            <a:avLst/>
          </a:prstGeom>
          <a:solidFill>
            <a:srgbClr val="F0A0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537960" y="35478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language (digraphs, common words) leaks through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1" descr="ch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029200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508760" y="4892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analysis is the fatal flaw: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letter identity maps consistently to ciphertext symbols, the statistical fingerprint of the language (e.g. 'E' being most common) survives encryption — letting cryptanalysts reconstruct the key.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andom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4389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Transposition: Security Profile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22960" y="18105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letter frequency, so basic frequency analysis fails outright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22960" y="267919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Resists simple pattern-matching attacks used against substitution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657600"/>
            <a:ext cx="109728" cy="109728"/>
          </a:xfrm>
          <a:prstGeom prst="ellipse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22960" y="35478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well with substitution to compound security (product ciphers)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6364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63640" y="1920240"/>
            <a:ext cx="109728" cy="109728"/>
          </a:xfrm>
          <a:prstGeom prst="ellipse">
            <a:avLst/>
          </a:prstGeom>
          <a:solidFill>
            <a:srgbClr val="B33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537960" y="18105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letters remain, so anagramming reveals the plaintext with effort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63640" y="2788920"/>
            <a:ext cx="109728" cy="109728"/>
          </a:xfrm>
          <a:prstGeom prst="ellipse">
            <a:avLst/>
          </a:prstGeom>
          <a:solidFill>
            <a:srgbClr val="B33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537960" y="267919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space limited by block/grid size — often smaller than substitution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63640" y="3657600"/>
            <a:ext cx="109728" cy="109728"/>
          </a:xfrm>
          <a:prstGeom prst="ellipse">
            <a:avLst/>
          </a:prstGeom>
          <a:solidFill>
            <a:srgbClr val="B33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537960" y="35478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or regular-pattern keys are recoverable via trial rearrangement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7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1" descr="chart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029200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508760" y="4892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Anagramming is the fatal flaw: </a:t>
            </a: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every original letter is still present just rearranged, an attacker with enough ciphertext can reconstruct plausible words and reverse-engineer the permutation — especially for short or fixed-size keys.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Conclusion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324186"/>
              </p:ext>
            </p:extLst>
          </p:nvPr>
        </p:nvGraphicFramePr>
        <p:xfrm>
          <a:off x="548640" y="1600200"/>
          <a:ext cx="6400800" cy="2514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Transposition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Resists frequency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Resists anagramming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B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key 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by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 statistics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rearrangement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600200"/>
            <a:ext cx="4343400" cy="2788920"/>
          </a:xfrm>
          <a:prstGeom prst="roundRect">
            <a:avLst>
              <a:gd name="adj" fmla="val 3934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8745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0" y="190195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 alone, neither is secure by modern standards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589520" y="26060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leaks letter frequencies; transposition leaks letter identity. Each fixes the other's weak point.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461772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777240" y="4846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exchang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9834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47548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security comes from combining both: </a:t>
            </a: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ciphers like DES and AES layer substitution (S-boxes) and transposition (permutation) in rounds — a product cipher — so neither weakness alone is exploitable.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444</Words>
  <Application>Microsoft Office PowerPoint</Application>
  <PresentationFormat>Widescreen</PresentationFormat>
  <Paragraphs>64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Atchaya Chandran R</cp:lastModifiedBy>
  <cp:revision>3</cp:revision>
  <dcterms:created xsi:type="dcterms:W3CDTF">2026-07-15T04:47:19Z</dcterms:created>
  <dcterms:modified xsi:type="dcterms:W3CDTF">2026-07-15T05:30:34Z</dcterms:modified>
</cp:coreProperties>
</file>