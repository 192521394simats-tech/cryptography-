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43276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24327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2E3B85"/>
          </a:solidFill>
          <a:ln/>
        </p:spPr>
      </p:sp>
      <p:pic>
        <p:nvPicPr>
          <p:cNvPr id="5" name="Image 0" descr="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0287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688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ONLINE BANKING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Public Key Cryptography Protects Rahul’s Transaction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0233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case study on asymmetric &amp; symmetric encryption in mobile banking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Rahul Opens His Bank’s Mobile App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943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wants to transfer money using his bank’s mobile application.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he enters his username, password, or transaction details, the app must first establish a secure, encrypted connection with the bank’s server.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proves its identity and shares a public key via a digital certificate.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private key never leaves the bank’s server — it stays locked away at all times.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737360"/>
            <a:ext cx="48463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101600" dist="38100" dir="5400000">
              <a:srgbClr val="444444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78040" y="19659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78040" y="23774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icons/smartphon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0" y="25374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310896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Rahul’s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652760" y="23774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server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25374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0" y="3108960"/>
            <a:ext cx="960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Bank’s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001000" y="2724912"/>
            <a:ext cx="25146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pic>
        <p:nvPicPr>
          <p:cNvPr id="14" name="Image 2" descr="icons/send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514600"/>
            <a:ext cx="411480" cy="4114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178040" y="40233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7F8FC"/>
          </a:solidFill>
          <a:ln/>
        </p:spPr>
      </p:sp>
      <p:pic>
        <p:nvPicPr>
          <p:cNvPr id="16" name="Image 3" descr="icons/key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605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3840" y="409651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</a:t>
            </a:r>
            <a:pPr indent="0" marL="0">
              <a:buNone/>
            </a:pPr>
            <a:r>
              <a:rPr lang="en-US" sz="11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sent to the app in a digital certificate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7178040" y="49377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2E3B85"/>
          </a:solidFill>
          <a:ln/>
        </p:spPr>
      </p:sp>
      <p:pic>
        <p:nvPicPr>
          <p:cNvPr id="19" name="Image 4" descr="icons/lo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07492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863840" y="501091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stays secured on the bank’s server only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Banking  |  Public Key Cryptography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the Bank Share Only Its Public Key?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488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key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30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Function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and private keys are mathematically linked, but data locked with the public key can only be unlocked with the private key — never the reverse.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14884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shield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2860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30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Distribute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74320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can only encrypt (not decrypt), the public key can be shared openly with every customer without creating any risk.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4114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3891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lock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262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370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Stays Secret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31520" y="49834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private key can decrypt the data, so it must remain confidential and stored solely on the bank’s server.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41148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7F8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3891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check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5262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370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Without Risk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46520" y="49834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trust the connection is genuine and secure, while the bank never has to expose the one piece that must stay secret.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Banking  |  Public Key Cryptography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Rahul’s Login Credentials in Transit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cryptography scrambles Rahul’s username and password so only the bank’s server — holder of the matching private key — can ever read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27432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icons/smartphone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291693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661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types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352" y="24505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26080" y="3200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383280" y="246888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83380" y="27432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ons/key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291693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35661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encrypts 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bank’s public key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364992" y="24505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760720" y="3200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217920" y="246888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18020" y="27432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icons/send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291693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35661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Scrambled data travels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network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199632" y="24505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595360" y="32004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052560" y="2468880"/>
            <a:ext cx="2331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76200" dist="25400" dir="5400000">
              <a:srgbClr val="444444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852660" y="274320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3" descr="icons/server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6396" y="291693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89720" y="35661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decrypts using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private key only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034272" y="245059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E3B85"/>
          </a:solidFill>
          <a:ln/>
        </p:spPr>
      </p:sp>
      <p:pic>
        <p:nvPicPr>
          <p:cNvPr id="29" name="Image 4" descr="icon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20640"/>
            <a:ext cx="594360" cy="5943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493776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an attacker intercepts the traffic, they only see unreadable ciphertext — without the private key, Rahul’s credentials remain completely unreadable.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Banking  |  Public Key Cryptography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Private Key Were Exposed?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22960" cy="8229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icons/aler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91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leaked private key can undo the security of every transaction it was ever used to protect.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E3B85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278892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1" descr="icons/un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91693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60604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could decrypt all intercepted traffic, exposing usernames, passwords, and transaction details.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59359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E3B85"/>
          </a:solidFill>
          <a:ln/>
        </p:spPr>
      </p:sp>
      <p:sp>
        <p:nvSpPr>
          <p:cNvPr id="12" name="Shape 8"/>
          <p:cNvSpPr/>
          <p:nvPr/>
        </p:nvSpPr>
        <p:spPr>
          <a:xfrm>
            <a:off x="777240" y="37764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2" descr="icons/ser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90448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593592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Criminals could impersonate the bank’s server, tricking customers with fake but “trusted” certificates.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58114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E3B85"/>
          </a:solidFill>
          <a:ln/>
        </p:spPr>
      </p:sp>
      <p:sp>
        <p:nvSpPr>
          <p:cNvPr id="16" name="Shape 11"/>
          <p:cNvSpPr/>
          <p:nvPr/>
        </p:nvSpPr>
        <p:spPr>
          <a:xfrm>
            <a:off x="777240" y="4764024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7" name="Image 3" descr="icons/za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89204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581144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could be silently redirected through forged, seemingly legitimate transactions.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548640" y="556869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E3B85"/>
          </a:solidFill>
          <a:ln/>
        </p:spPr>
      </p:sp>
      <p:sp>
        <p:nvSpPr>
          <p:cNvPr id="20" name="Shape 14"/>
          <p:cNvSpPr/>
          <p:nvPr/>
        </p:nvSpPr>
        <p:spPr>
          <a:xfrm>
            <a:off x="777240" y="5751576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1" name="Image 4" descr="icons/refres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879592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5568696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must revoke the certificate, generate a brand-new key pair, and reissue certificates — an urgent, costly response.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Banking  |  Public Key Cryptography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Switch to Symmetric Encryption Afterward?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cryptography is powerful but computationally heavy. Once the secure channel is established, both sides switch to a fast, shared symmetric key for the rest of the session — this is called a hybrid encryption approach.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5212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is far faster and lighter on processing power than asymmetric encryption.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ideal for encrypting the large volume of data exchanged throughout the entire banking session.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public/private key pair is only needed briefly — to safely agree on the shared symmetric key.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0" y="1417320"/>
            <a:ext cx="5669280" cy="4892040"/>
          </a:xfrm>
          <a:prstGeom prst="roundRect">
            <a:avLst>
              <a:gd name="adj" fmla="val 2243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645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ENCRYPTION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22402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0" descr="icons/key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1384" y="238658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78040" y="2103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handshake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78040" y="24688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Public/private keys securely agree on one shared symmetric key.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75120" y="333756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36118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1" descr="icons/refresh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384" y="375818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3474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key created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178040" y="38404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 and server now hold an identical symmetric session key.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675120" y="4709160"/>
            <a:ext cx="0" cy="13716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55080" y="49834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2" descr="icons/lock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512978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78040" y="4846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7178040" y="52120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login and transaction data is encrypted quickly with that shared key.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Banking  |  Public Key Cryptography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2432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Security Keeps Rahul’s Money Safe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2E3B8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3E4B95"/>
          </a:solidFill>
          <a:ln/>
        </p:spPr>
      </p:sp>
      <p:pic>
        <p:nvPicPr>
          <p:cNvPr id="7" name="Image 0" descr="icons/key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951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1488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keys build trust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key is safely shared; the private key never leaves the bank’s server.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2E3B85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148840"/>
            <a:ext cx="640080" cy="640080"/>
          </a:xfrm>
          <a:prstGeom prst="ellipse">
            <a:avLst/>
          </a:prstGeom>
          <a:solidFill>
            <a:srgbClr val="3E4B95"/>
          </a:solidFill>
          <a:ln/>
        </p:spPr>
      </p:sp>
      <p:pic>
        <p:nvPicPr>
          <p:cNvPr id="12" name="Image 1" descr="icons/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2951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1488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stay unreadable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537960" y="29260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ensures intercepted data is useless without the private key.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3434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2E3B85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617720"/>
            <a:ext cx="640080" cy="640080"/>
          </a:xfrm>
          <a:prstGeom prst="ellipse">
            <a:avLst/>
          </a:prstGeom>
          <a:solidFill>
            <a:srgbClr val="3E4B95"/>
          </a:solidFill>
          <a:ln/>
        </p:spPr>
      </p:sp>
      <p:pic>
        <p:nvPicPr>
          <p:cNvPr id="17" name="Image 2" descr="icons/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7640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617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 = single point of failure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2960" y="53949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exposure would let attackers decrypt data and impersonate the bank.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43434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2E3B85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7960" y="4617720"/>
            <a:ext cx="640080" cy="640080"/>
          </a:xfrm>
          <a:prstGeom prst="ellipse">
            <a:avLst/>
          </a:prstGeom>
          <a:solidFill>
            <a:srgbClr val="3E4B95"/>
          </a:solidFill>
          <a:ln/>
        </p:spPr>
      </p:sp>
      <p:pic>
        <p:nvPicPr>
          <p:cNvPr id="22" name="Image 3" descr="icons/refres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764024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617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encryption balances speed &amp; security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6537960" y="539496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encryption handles the session after a secure asymmetric handshake.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Online Banking  |  Public Key Cryptography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2026-08-03T03:57:21Z</dcterms:created>
  <dcterms:modified xsi:type="dcterms:W3CDTF">2026-08-03T03:57:21Z</dcterms:modified>
</cp:coreProperties>
</file>